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4754880" cy="47548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846320"/>
            <a:ext cx="3840480" cy="384048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5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 APP  ·  LIVE DEMO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FAA eNASR to ARINC 424-23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7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military training route data into flight-deck-ready records, with a visual check at every step.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mtrapp.ai.studio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eNASR to ARINC 424-23 is hard to trust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502152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38100" dir="5400000">
              <a:srgbClr val="1B1F27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346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 silos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33756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eNASR publishes IR and VR route data as fragmented, semi-structured text with non-standard geometry.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920240"/>
            <a:ext cx="3502152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38100" dir="5400000">
              <a:srgbClr val="1B1F27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2194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8346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ARINC 424-23 complexity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33756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demands strict 132-byte fixed columns or nested XML. There's no room for formatting drift.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93024" y="1920240"/>
            <a:ext cx="3502152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  <a:effectLst>
            <a:outerShdw sx="100000" sy="100000" kx="0" ky="0" algn="bl" rotWithShape="0" blurRad="76200" dist="38100" dir="5400000">
              <a:srgbClr val="1B1F27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67344" y="219456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67344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467344" y="283464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safety gap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467344" y="3337560"/>
            <a:ext cx="29535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way to see the vertical and lateral corridor before it ships, deconfliction risk goes up for both military and civilian traffic.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749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MTR app closes that gap: it turns eNASR data into validated ARINC 424-23 records, a visual corridor, and a plain-language flight brief.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pipeline, from raw feed to flight brief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" y="212598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96112" y="21259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Ingestion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96596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FAA AIRAC eNASR feed is normalized and cross-referenced against waypoints and NAVAIDs.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944368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3195828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96112" y="31958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03580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pipeline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3035808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Lateral corridor buffers and vertical altitude steps (floor and ceiling, MSL and AGL) get computed for each route.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014216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265676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6112" y="42656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05656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outputs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4105656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and altitude-profile view for visual inspection, plus ARINC 424-23 XML and 132-byte fixed-column encoding for downstream systems.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84064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5335524"/>
            <a:ext cx="457200" cy="457200"/>
          </a:xfrm>
          <a:prstGeom prst="ellipse">
            <a:avLst/>
          </a:prstGeom>
          <a:solidFill>
            <a:srgbClr val="5FB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96112" y="53355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17550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briefing layer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5175504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Studio prompt reads the structured segment data and writes a plain-language operational brief: terrain warnings, ARTCC handoffs, deconfliction notes.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Walking through it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221992"/>
            <a:ext cx="128016" cy="128016"/>
          </a:xfrm>
          <a:prstGeom prst="rect">
            <a:avLst/>
          </a:prstGeom>
          <a:solidFill>
            <a:srgbClr val="5FB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143000" y="2130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selection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53288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up a route like IR-102 and watch the lateral buffers and altitude profile render from the raw data.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96596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37960" y="2221992"/>
            <a:ext cx="128016" cy="128016"/>
          </a:xfrm>
          <a:prstGeom prst="rect">
            <a:avLst/>
          </a:prstGeom>
          <a:solidFill>
            <a:srgbClr val="5FB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766560" y="21305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Formats side by side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53288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route segment table, the 132-byte fixed record, and the ARINC 424-23 XML for the same route.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3959352"/>
            <a:ext cx="128016" cy="128016"/>
          </a:xfrm>
          <a:prstGeom prst="rect">
            <a:avLst/>
          </a:prstGeom>
          <a:solidFill>
            <a:srgbClr val="5FB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43000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flight brief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2702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AI-generated operational brief for that route, built directly from the parsed segments.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370332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DE2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37960" y="3959352"/>
            <a:ext cx="128016" cy="128016"/>
          </a:xfrm>
          <a:prstGeom prst="rect">
            <a:avLst/>
          </a:prstGeom>
          <a:solidFill>
            <a:srgbClr val="5FB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3867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a new route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537960" y="4270248"/>
            <a:ext cx="4709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an eNASR or GeoJSON payload and watch it get validated and encoded on the spot.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029200" cy="5029200"/>
          </a:xfrm>
          <a:prstGeom prst="ellipse">
            <a:avLst/>
          </a:prstGeom>
          <a:solidFill>
            <a:srgbClr val="065A82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B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of manual encoding, down to seconds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converting eNASR routes into ARINC 424-23 output is manual, and there's no easy way to confirm the result is right before it moves downstream.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1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gives that verification step back: a visual, queryable check between raw eNASR data and production-ready ARINC output.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5488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983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FB4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let's open the app.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2026-09-24T12:09:18Z</dcterms:created>
  <dcterms:modified xsi:type="dcterms:W3CDTF">2026-09-24T12:09:18Z</dcterms:modified>
</cp:coreProperties>
</file>